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506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A5068"/>
                </a:solidFill>
                <a:latin typeface="Arial"/>
              </a:rPr>
              <a:t>Composite Score by Assessment Period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68</c:v>
                </c:pt>
                <c:pt idx="3">
                  <c:v>74</c:v>
                </c:pt>
                <c:pt idx="4">
                  <c:v>93</c:v>
                </c:pt>
                <c:pt idx="5">
                  <c:v>108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E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E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 ·  CLINICAL REPORTING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Assessment Data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Patient-Ready Reports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long-running Python &amp; Flask system for longitudinal clinical analysis, chart generation, multilingual summaries, and delivery-ready reporting.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685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Expert-Vetted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63640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credential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1490472"/>
            <a:ext cx="1828800" cy="0"/>
          </a:xfrm>
          <a:prstGeom prst="line">
            <a:avLst/>
          </a:prstGeom>
          <a:noFill/>
          <a:ln w="9525">
            <a:solidFill>
              <a:srgbClr val="2A5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7647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JSS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221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Success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2569464"/>
            <a:ext cx="1828800" cy="0"/>
          </a:xfrm>
          <a:prstGeom prst="line">
            <a:avLst/>
          </a:prstGeom>
          <a:noFill/>
          <a:ln w="9525">
            <a:solidFill>
              <a:srgbClr val="2A5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8437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1,900+ hrs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3300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648456"/>
            <a:ext cx="1828800" cy="0"/>
          </a:xfrm>
          <a:prstGeom prst="line">
            <a:avLst/>
          </a:prstGeom>
          <a:noFill/>
          <a:ln w="9525">
            <a:solidFill>
              <a:srgbClr val="2A5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9227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4379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assessment data doesn't explain itself.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assessments produce large volumes of structured data—but raw tables don't communicate progress.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31136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311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 matters: trends have to become charts, and charts have to become reports a patient can actually read.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63824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1638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built that entire path—intake through delivery—inside one consistent workflow.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1148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dataset — synthetic example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35608"/>
            <a:ext cx="4114800" cy="274320"/>
          </a:xfrm>
          <a:prstGeom prst="rect">
            <a:avLst/>
          </a:prstGeom>
          <a:solidFill>
            <a:srgbClr val="C8DCF0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435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batch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16752" y="14356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05472" y="1435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709928"/>
            <a:ext cx="4114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099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16752" y="170992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773936"/>
            <a:ext cx="1280160" cy="182880"/>
          </a:xfrm>
          <a:prstGeom prst="rect">
            <a:avLst>
              <a:gd name="adj" fmla="val 20000"/>
            </a:avLst>
          </a:prstGeom>
          <a:solidFill>
            <a:srgbClr val="D1EDFF"/>
          </a:solidFill>
          <a:ln w="12700">
            <a:solidFill>
              <a:srgbClr val="D1E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773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020824"/>
            <a:ext cx="4114800" cy="310896"/>
          </a:xfrm>
          <a:prstGeom prst="rect">
            <a:avLst/>
          </a:prstGeom>
          <a:solidFill>
            <a:srgbClr val="E8F1F8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02082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16752" y="202082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084832"/>
            <a:ext cx="1280160" cy="182880"/>
          </a:xfrm>
          <a:prstGeom prst="rect">
            <a:avLst>
              <a:gd name="adj" fmla="val 20000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0848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114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3317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6752" y="233172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2395728"/>
            <a:ext cx="1280160" cy="182880"/>
          </a:xfrm>
          <a:prstGeom prst="rect">
            <a:avLst>
              <a:gd name="adj" fmla="val 20000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395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642616"/>
            <a:ext cx="4114800" cy="310896"/>
          </a:xfrm>
          <a:prstGeom prst="rect">
            <a:avLst/>
          </a:prstGeom>
          <a:solidFill>
            <a:srgbClr val="E8F1F8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64261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16752" y="264261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2706624"/>
            <a:ext cx="1280160" cy="182880"/>
          </a:xfrm>
          <a:prstGeom prst="rect">
            <a:avLst>
              <a:gd name="adj" fmla="val 20000"/>
            </a:avLst>
          </a:prstGeom>
          <a:solidFill>
            <a:srgbClr val="E8DAEF"/>
          </a:solidFill>
          <a:ln w="12700">
            <a:solidFill>
              <a:srgbClr val="E8DA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7066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12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3044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illustrative only. No PHI.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path from intake to delivery.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linked every step—loading data, computing longitudinal trends, rendering charts, and assembling patient-facing reports—into a single repeatable operational path.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828800" cy="2331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1828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103120"/>
            <a:ext cx="640080" cy="640080"/>
          </a:xfrm>
          <a:prstGeom prst="oval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assessment datasets and repeated-measure records.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67712" y="3086100"/>
            <a:ext cx="219456" cy="0"/>
          </a:xfrm>
          <a:prstGeom prst="line">
            <a:avLst/>
          </a:prstGeom>
          <a:noFill/>
          <a:ln w="25400">
            <a:solidFill>
              <a:srgbClr val="C8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29032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1920240"/>
            <a:ext cx="1828800" cy="2331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920240"/>
            <a:ext cx="1828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2103120"/>
            <a:ext cx="640080" cy="640080"/>
          </a:xfrm>
          <a:prstGeom prst="oval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70048" y="288036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70048" y="3310128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longitudinal views, comparative deltas, and trends.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2272" y="3086100"/>
            <a:ext cx="219456" cy="0"/>
          </a:xfrm>
          <a:prstGeom prst="line">
            <a:avLst/>
          </a:prstGeom>
          <a:noFill/>
          <a:ln w="25400">
            <a:solidFill>
              <a:srgbClr val="C8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9032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1828800" cy="2331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920240"/>
            <a:ext cx="1828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2103120"/>
            <a:ext cx="640080" cy="640080"/>
          </a:xfrm>
          <a:prstGeom prst="oval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64608" y="288036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64608" y="3310128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visual outputs suitable for clinical interpretation.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56832" y="3086100"/>
            <a:ext cx="219456" cy="0"/>
          </a:xfrm>
          <a:prstGeom prst="line">
            <a:avLst/>
          </a:prstGeom>
          <a:noFill/>
          <a:ln w="25400">
            <a:solidFill>
              <a:srgbClr val="C8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29032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949440" y="1920240"/>
            <a:ext cx="1828800" cy="2331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920240"/>
            <a:ext cx="1828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43800" y="2103120"/>
            <a:ext cx="640080" cy="640080"/>
          </a:xfrm>
          <a:prstGeom prst="oval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59168" y="288036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59168" y="3310128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patient-facing summaries and final deliverables.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become visible across 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53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periods tracked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50592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420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→ T6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range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39312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Charted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embedded in reports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749040" y="10515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3749040" y="4279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trend — illustrative only. Workflow pattern: repeated inputs → clear trajectory.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isn't the finish 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stop at calculation. This one kept going—embedding charts in reports, translating output for patients, and preparing delivery-ready documents.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874520"/>
            <a:ext cx="246888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874520"/>
            <a:ext cx="24688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2075688"/>
            <a:ext cx="640080" cy="640080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in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trend outputs were embedded directly inside report pages—not exported as separate files. The chart and the interpretation lived together.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874520"/>
            <a:ext cx="246888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74520"/>
            <a:ext cx="246888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075688"/>
            <a:ext cx="640080" cy="640080"/>
          </a:xfrm>
          <a:prstGeom prst="oval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output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were generated in the patient's native language. The structure survived translation without becoming awkward or technically rigid.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1874520"/>
            <a:ext cx="2468880" cy="2606040"/>
          </a:xfrm>
          <a:prstGeom prst="rect">
            <a:avLst/>
          </a:prstGeom>
          <a:solidFill>
            <a:srgbClr val="F7FAFD"/>
          </a:solidFill>
          <a:ln w="12700">
            <a:solidFill>
              <a:srgbClr val="C8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874520"/>
            <a:ext cx="24688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2075688"/>
            <a:ext cx="640080" cy="640080"/>
          </a:xfrm>
          <a:prstGeom prst="oval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3368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Delivery-ready docs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3368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formatting and document preparation were part of the system. The output was ready to send—not a raw export needing manual cleanup.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long-running engagement. Consistent delivery.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783080" cy="18288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A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7830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470 hrs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24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 this engagement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1783080" cy="18288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A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508760"/>
            <a:ext cx="17830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 / 5.0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2624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1783080" cy="18288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A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508760"/>
            <a:ext cx="17830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2624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508760"/>
            <a:ext cx="1783080" cy="1828800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A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508760"/>
            <a:ext cx="17830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624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through final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86968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9525">
            <a:solidFill>
              <a:srgbClr val="D8F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08760" y="3794760"/>
            <a:ext cx="800100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9525">
            <a:solidFill>
              <a:srgbClr val="D8F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794760"/>
            <a:ext cx="80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73452" y="3794760"/>
            <a:ext cx="2189988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9525">
            <a:solidFill>
              <a:srgbClr val="D8F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73452" y="3794760"/>
            <a:ext cx="218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Analysis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28032" y="3794760"/>
            <a:ext cx="1842516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9525">
            <a:solidFill>
              <a:srgbClr val="D8F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94760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35140" y="3794760"/>
            <a:ext cx="1408176" cy="256032"/>
          </a:xfrm>
          <a:prstGeom prst="rect">
            <a:avLst/>
          </a:prstGeom>
          <a:solidFill>
            <a:srgbClr val="028090">
              <a:alpha val="30000"/>
            </a:srgbClr>
          </a:solidFill>
          <a:ln w="9525">
            <a:solidFill>
              <a:srgbClr val="D8F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5140" y="37947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highly recommend Michael for your software development needs. Michael has been consistent in delivering quality work.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Verified Upwork client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907792"/>
            <a:ext cx="786384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workflows where analysis is not the finish line.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project involves data that has to become something a client, patient, or stakeholder can actually read and use, this is the kind of work Mike is built for.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Expert-Vetted  ·  100% Job Success  ·  1,900+ Hours  ·  MSEE Georgia Tech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Assessment Data to Patient-Ready Reports</dc:title>
  <dc:subject>PptxGenJS Presentation</dc:subject>
  <dc:creator>Michael</dc:creator>
  <cp:lastModifiedBy>Michael</cp:lastModifiedBy>
  <cp:revision>1</cp:revision>
  <dcterms:created xsi:type="dcterms:W3CDTF">2026-03-17T22:11:58Z</dcterms:created>
  <dcterms:modified xsi:type="dcterms:W3CDTF">2026-03-17T22:11:59Z</dcterms:modified>
</cp:coreProperties>
</file>